
<file path=[Content_Types].xml><?xml version="1.0" encoding="utf-8"?>
<Types xmlns="http://schemas.openxmlformats.org/package/2006/content-types"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141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B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0975" y="-6886575"/>
            <a:ext cx="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84DAED-3689-481E-8F45-6349B6C1B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58E2BE-A5CB-C4C3-5DFE-26BC866E2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662DC8E-FE4B-06FA-2DA7-5E234DC2F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E3B151-869C-ED5A-B576-6F7D8D534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336B82F-5913-83D1-1843-DB84D6E60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AF66BA-B1AF-81B2-CF6C-E87242F50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637BA4D-6B08-6985-E08A-1FD742DAD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Сборка_полная">
            <a:hlinkClick r:id="" action="ppaction://media"/>
            <a:extLst>
              <a:ext uri="{FF2B5EF4-FFF2-40B4-BE49-F238E27FC236}">
                <a16:creationId xmlns:a16="http://schemas.microsoft.com/office/drawing/2014/main" id="{0514648B-4F40-CDB3-1D19-039B8EE28D5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74725" y="865584"/>
            <a:ext cx="7194550" cy="4046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033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BC38DB0-CA7B-2EF4-445A-BCC7D9DEA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CB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0975" y="-6886575"/>
            <a:ext cx="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04" name="Рисунок 1103">
            <a:extLst>
              <a:ext uri="{FF2B5EF4-FFF2-40B4-BE49-F238E27FC236}">
                <a16:creationId xmlns:a16="http://schemas.microsoft.com/office/drawing/2014/main" id="{8F988A7D-1D6A-64CC-3E53-DADA53833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3825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</Words>
  <Application>Microsoft Office PowerPoint</Application>
  <PresentationFormat>Экран (16:9)</PresentationFormat>
  <Paragraphs>9</Paragraphs>
  <Slides>9</Slides>
  <Notes>9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Sonya Arkadieva</cp:lastModifiedBy>
  <cp:revision>3</cp:revision>
  <dcterms:created xsi:type="dcterms:W3CDTF">2026-03-06T03:06:11Z</dcterms:created>
  <dcterms:modified xsi:type="dcterms:W3CDTF">2026-03-06T05:15:10Z</dcterms:modified>
</cp:coreProperties>
</file>